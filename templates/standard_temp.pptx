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{{PROJECT_NAME}}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사업 제안 발표 자료</a:t>
            </a:r>
          </a:p>
          <a:p>
            <a:r>
              <a:t>작성일: {{DATE}}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/>
            </a:pPr>
            <a:r>
              <a:t>1. 사업의 비전</a:t>
            </a:r>
          </a:p>
          <a:p>
            <a:pPr>
              <a:defRPr sz="2400"/>
            </a:pPr>
            <a:r>
              <a:t>{{VISION}}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